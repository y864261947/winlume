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f7b3a1c83b4629" /><Relationship Type="http://schemas.openxmlformats.org/officeDocument/2006/relationships/extended-properties" Target="/docProps/app.xml" Id="Rf9fc22a4e3cf471b" /><Relationship Type="http://schemas.openxmlformats.org/officeDocument/2006/relationships/officeDocument" Target="/ppt/presentation.xml" Id="R079b2150071745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5aedc4d2f14677"/>
  </p:sldMasterIdLst>
  <p:notesMasterIdLst>
    <p:notesMasterId xmlns:r="http://schemas.openxmlformats.org/officeDocument/2006/relationships" r:id="R238bad35755841ee"/>
  </p:notesMasterIdLst>
  <p:sldIdLst>
    <p:sldId xmlns:r="http://schemas.openxmlformats.org/officeDocument/2006/relationships" id="256" r:id="R5e760fa68c51484f"/>
    <p:sldId xmlns:r="http://schemas.openxmlformats.org/officeDocument/2006/relationships" id="257" r:id="Rc040dad1d43d4a34"/>
    <p:sldId xmlns:r="http://schemas.openxmlformats.org/officeDocument/2006/relationships" id="258" r:id="Rf04c08ea9af64ebb"/>
    <p:sldId xmlns:r="http://schemas.openxmlformats.org/officeDocument/2006/relationships" id="259" r:id="Rf7a2fa8fbf1f4c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7bf33f65a648c5" /><Relationship Type="http://schemas.openxmlformats.org/officeDocument/2006/relationships/slideMaster" Target="/ppt/slideMasters/slideMaster1.xml" Id="Re85aedc4d2f14677" /><Relationship Type="http://schemas.openxmlformats.org/officeDocument/2006/relationships/notesMaster" Target="/ppt/notesMasters/notesMaster1.xml" Id="R238bad35755841ee" /><Relationship Type="http://schemas.openxmlformats.org/officeDocument/2006/relationships/presProps" Target="/ppt/presProps.xml" Id="R5b0a537b2b1b41a1" /><Relationship Type="http://schemas.openxmlformats.org/officeDocument/2006/relationships/tableStyles" Target="/ppt/tableStyles.xml" Id="R64dc3b7fadb947e2" /><Relationship Type="http://schemas.openxmlformats.org/officeDocument/2006/relationships/slide" Target="/ppt/slides/slide1.xml" Id="R5e760fa68c51484f" /><Relationship Type="http://schemas.openxmlformats.org/officeDocument/2006/relationships/slide" Target="/ppt/slides/slide2.xml" Id="Rc040dad1d43d4a34" /><Relationship Type="http://schemas.openxmlformats.org/officeDocument/2006/relationships/slide" Target="/ppt/slides/slide3.xml" Id="Rf04c08ea9af64ebb" /><Relationship Type="http://schemas.openxmlformats.org/officeDocument/2006/relationships/slide" Target="/ppt/slides/slide4.xml" Id="Rf7a2fa8fbf1f4c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a729eff9ab43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ef517911c94ad9" /><Relationship Type="http://schemas.openxmlformats.org/officeDocument/2006/relationships/notesMaster" Target="/ppt/notesMasters/notesMaster1.xml" Id="R561c2fcd13684e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49f68af32b49e7" /><Relationship Type="http://schemas.openxmlformats.org/officeDocument/2006/relationships/notesMaster" Target="/ppt/notesMasters/notesMaster1.xml" Id="R4f0fbccf9c164f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a11c0b98c44443" /><Relationship Type="http://schemas.openxmlformats.org/officeDocument/2006/relationships/notesMaster" Target="/ppt/notesMasters/notesMaster1.xml" Id="R284bd3f4db294c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8b5f6315264fd9" /><Relationship Type="http://schemas.openxmlformats.org/officeDocument/2006/relationships/notesMaster" Target="/ppt/notesMasters/notesMaster1.xml" Id="Rcbeca2ffc08b47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b61ba0bc51438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7077a1439c453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c6df63e29f4ee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e0ca01a6f4411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84a5a03df84c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17ab1a262644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A48661-C700-4163-8476-CB6EC5B59F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5BB771D-39D2-4541-A86A-CEF7EC985A8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AA602A0-FA21-4C97-A424-9D548CDDD7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AACCEC-8521-48D8-A0F6-D2AC211341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6A8FC55-4243-4298-9B08-B828C3E37D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CD68037-65BC-4E1F-B0A9-9B60D4FEF5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4F1C0D-1C81-4D69-8ED6-EAF375338B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960A2BC-1361-4A90-9DD9-6878E9E8FD7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67CE9D-0576-434A-B308-E747484412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8FA25B5-ABCA-4883-906A-84AC76624F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bcb36b7e3c4f8a" /><Relationship Type="http://schemas.openxmlformats.org/officeDocument/2006/relationships/slideLayout" Target="/ppt/slideLayouts/slideLayout1.xml" Id="R50dd8ee13f4f44f1" /><Relationship Type="http://schemas.openxmlformats.org/officeDocument/2006/relationships/slideLayout" Target="/ppt/slideLayouts/slideLayout2.xml" Id="Rd606744b57ef4657" /><Relationship Type="http://schemas.openxmlformats.org/officeDocument/2006/relationships/slideLayout" Target="/ppt/slideLayouts/slideLayout3.xml" Id="R8314ec79d7524420" /><Relationship Type="http://schemas.openxmlformats.org/officeDocument/2006/relationships/slideLayout" Target="/ppt/slideLayouts/slideLayout4.xml" Id="Rfe304aa2748c4a3a" /><Relationship Type="http://schemas.openxmlformats.org/officeDocument/2006/relationships/slideLayout" Target="/ppt/slideLayouts/slideLayout5.xml" Id="R7fd313746aeb4868" /><Relationship Type="http://schemas.openxmlformats.org/officeDocument/2006/relationships/slideLayout" Target="/ppt/slideLayouts/slideLayout6.xml" Id="R3cf51fd7a0fc43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dd8ee13f4f44f1"/>
    <p:sldLayoutId xmlns:r="http://schemas.openxmlformats.org/officeDocument/2006/relationships" id="2147483650" r:id="Rd606744b57ef4657"/>
    <p:sldLayoutId xmlns:r="http://schemas.openxmlformats.org/officeDocument/2006/relationships" id="2147483651" r:id="R8314ec79d7524420"/>
    <p:sldLayoutId xmlns:r="http://schemas.openxmlformats.org/officeDocument/2006/relationships" id="2147483652" r:id="Rfe304aa2748c4a3a"/>
    <p:sldLayoutId xmlns:r="http://schemas.openxmlformats.org/officeDocument/2006/relationships" id="2147483653" r:id="R7fd313746aeb4868"/>
    <p:sldLayoutId xmlns:r="http://schemas.openxmlformats.org/officeDocument/2006/relationships" id="2147483654" r:id="R3cf51fd7a0fc43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ab78b194f74ad2" /><Relationship Type="http://schemas.openxmlformats.org/officeDocument/2006/relationships/notesSlide" Target="/ppt/notesSlides/notesSlide1.xml" Id="R97432136495748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29f06f52d24757" /><Relationship Type="http://schemas.openxmlformats.org/officeDocument/2006/relationships/notesSlide" Target="/ppt/notesSlides/notesSlide2.xml" Id="R9ad80b82beaa4e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183b5da5764a8c" /><Relationship Type="http://schemas.openxmlformats.org/officeDocument/2006/relationships/notesSlide" Target="/ppt/notesSlides/notesSlide3.xml" Id="R115fe030c31c46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9abd7d2e074620" /><Relationship Type="http://schemas.openxmlformats.org/officeDocument/2006/relationships/notesSlide" Target="/ppt/notesSlides/notesSlide4.xml" Id="Rea0ba4524d644e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E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1602F-5103-4D93-B9A5-447CC1E9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rPr>
              <a:t>引导页项目周报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F8EBF-1693-40B5-9293-3990F6D1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10287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rPr>
              <a:t>2026 年 10 月 12 日</a:t>
            </a:r>
          </a:p>
          <a:p xmlns:a="http://schemas.openxmlformats.org/drawingml/2006/main">
            <a:pPr>
              <a:defRPr sz="18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rPr>
              <a:t>产品与运营协同项目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8909E-86EC-4BA7-A25C-AB3CFF20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rPr>
              <a:t>虚构项目样例   /   REIZO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D3DEC-F0F8-48EA-B176-1D053454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rPr>
              <a:t>1 / 4</a:t>
            </a:r>
          </a:p>
        </p:txBody>
      </p:sp>
    </p:spTree>
    <p:extLst>
      <p:ext uri="{BB962C8B-B14F-4D97-AF65-F5344CB8AC3E}">
        <p14:creationId xmlns:p14="http://schemas.microsoft.com/office/powerpoint/2010/main" val="11604814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78B5A-6FA2-4600-8059-E6C03316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rPr>
              <a:t>本周交付四项任务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09191-E4E0-41A7-8910-AB5E68C1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10287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rPr>
              <a:t>林悦：完善引导页，周三提交页面和截图。</a:t>
            </a:r>
          </a:p>
          <a:p xmlns:a="http://schemas.openxmlformats.org/drawingml/2006/main">
            <a: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rPr>
              <a:t>陈晨：确认验收范围，周三提交检查清单。</a:t>
            </a:r>
          </a:p>
          <a:p xmlns:a="http://schemas.openxmlformats.org/drawingml/2006/main">
            <a: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rPr>
              <a:t>周宁：准备发布素材，周四提交说明图和文案。</a:t>
            </a:r>
          </a:p>
          <a:p xmlns:a="http://schemas.openxmlformats.org/drawingml/2006/main">
            <a: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rPr>
              <a:t>林悦：收集首批反馈，周五形成匿名问题记录。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D72CD-C028-4AA5-8B4B-6E8C2F42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rPr>
              <a:t>虚构项目样例   /   REIZO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64AD7A-F6FF-41CC-BF99-92C3C26A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rPr>
              <a:t>2 / 4</a:t>
            </a:r>
          </a:p>
        </p:txBody>
      </p:sp>
    </p:spTree>
    <p:extLst>
      <p:ext uri="{BB962C8B-B14F-4D97-AF65-F5344CB8AC3E}">
        <p14:creationId xmlns:p14="http://schemas.microsoft.com/office/powerpoint/2010/main" val="12412643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AF372-BC59-48CB-AB5F-B311910A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rPr>
              <a:t>邀请体验前的验收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39EE9-04E0-4A20-91DA-FEFC7A35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10287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rPr>
              <a:t>确认首次访问可以找到任务入口。</a:t>
            </a:r>
          </a:p>
          <a:p xmlns:a="http://schemas.openxmlformats.org/drawingml/2006/main">
            <a: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rPr>
              <a:t>检查手机页面与返回路径，登录阻断问题优先修复。</a:t>
            </a:r>
          </a:p>
          <a:p xmlns:a="http://schemas.openxmlformats.org/drawingml/2006/main">
            <a: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rPr>
              <a:t>验收后再确认邀请人数与开放时间。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492A2-87F4-4765-97BA-152F8A22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rPr>
              <a:t>虚构项目样例   /   REIZO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50CA0-33C4-4ECD-A27F-C1F6EDF8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rPr>
              <a:t>3 / 4</a:t>
            </a:r>
          </a:p>
        </p:txBody>
      </p:sp>
    </p:spTree>
    <p:extLst>
      <p:ext uri="{BB962C8B-B14F-4D97-AF65-F5344CB8AC3E}">
        <p14:creationId xmlns:p14="http://schemas.microsoft.com/office/powerpoint/2010/main" val="9366780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A7409-A3AF-4111-9D7F-919404E8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rPr>
              <a:t>下周安排由反馈决定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08524-C551-41A5-A2D8-6D27885E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10287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rPr>
              <a:t>先查看任务表的未完成项，再评估下一轮范围。</a:t>
            </a:r>
          </a:p>
          <a:p xmlns:a="http://schemas.openxmlformats.org/drawingml/2006/main">
            <a: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rPr>
              <a:t>把问题写成发生步骤、期望结果和实际结果。</a:t>
            </a:r>
          </a:p>
          <a:p xmlns:a="http://schemas.openxmlformats.org/drawingml/2006/main">
            <a: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rPr>
              <a:t>小范围体验只用于定位问题，不推断全体用户表现。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8FA6B-FB4D-45B7-BC1B-85717850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rPr>
              <a:t>虚构项目样例   /   REIZO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1C124-2BF8-4176-A2F2-89F44D46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rPr>
              <a:t>4 / 4</a:t>
            </a:r>
          </a:p>
        </p:txBody>
      </p:sp>
    </p:spTree>
    <p:extLst>
      <p:ext uri="{BB962C8B-B14F-4D97-AF65-F5344CB8AC3E}">
        <p14:creationId xmlns:p14="http://schemas.microsoft.com/office/powerpoint/2010/main" val="12195001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2026-10-12T09:22:19.1210000Z</dcterms:created>
  <dcterms:modified xsi:type="dcterms:W3CDTF">2026-10-12T09:22:19.1210000Z</dcterms:modified>
</coreProperties>
</file>
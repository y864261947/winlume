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770e057b7493b" /><Relationship Type="http://schemas.openxmlformats.org/officeDocument/2006/relationships/extended-properties" Target="/docProps/app.xml" Id="R9cd624ba427247ad" /><Relationship Type="http://schemas.openxmlformats.org/officeDocument/2006/relationships/officeDocument" Target="/ppt/presentation.xml" Id="Rdfb4d3388c6e4f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c8fe6e0674e74"/>
  </p:sldMasterIdLst>
  <p:notesMasterIdLst>
    <p:notesMasterId xmlns:r="http://schemas.openxmlformats.org/officeDocument/2006/relationships" r:id="Re53107af24ba484c"/>
  </p:notesMasterIdLst>
  <p:sldIdLst>
    <p:sldId xmlns:r="http://schemas.openxmlformats.org/officeDocument/2006/relationships" id="256" r:id="Ra044d587d9394f0b"/>
    <p:sldId xmlns:r="http://schemas.openxmlformats.org/officeDocument/2006/relationships" id="257" r:id="R5539e0df82e14f08"/>
    <p:sldId xmlns:r="http://schemas.openxmlformats.org/officeDocument/2006/relationships" id="258" r:id="R2948fd1650ba482e"/>
    <p:sldId xmlns:r="http://schemas.openxmlformats.org/officeDocument/2006/relationships" id="259" r:id="Rc9b2e609b8ae4e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1f630f71f4dcc" /><Relationship Type="http://schemas.openxmlformats.org/officeDocument/2006/relationships/slideMaster" Target="/ppt/slideMasters/slideMaster1.xml" Id="R969c8fe6e0674e74" /><Relationship Type="http://schemas.openxmlformats.org/officeDocument/2006/relationships/notesMaster" Target="/ppt/notesMasters/notesMaster1.xml" Id="Re53107af24ba484c" /><Relationship Type="http://schemas.openxmlformats.org/officeDocument/2006/relationships/presProps" Target="/ppt/presProps.xml" Id="Ra54961887a6e4aae" /><Relationship Type="http://schemas.openxmlformats.org/officeDocument/2006/relationships/tableStyles" Target="/ppt/tableStyles.xml" Id="R67f37ff56df84bcd" /><Relationship Type="http://schemas.openxmlformats.org/officeDocument/2006/relationships/slide" Target="/ppt/slides/slide1.xml" Id="Ra044d587d9394f0b" /><Relationship Type="http://schemas.openxmlformats.org/officeDocument/2006/relationships/slide" Target="/ppt/slides/slide2.xml" Id="R5539e0df82e14f08" /><Relationship Type="http://schemas.openxmlformats.org/officeDocument/2006/relationships/slide" Target="/ppt/slides/slide3.xml" Id="R2948fd1650ba482e" /><Relationship Type="http://schemas.openxmlformats.org/officeDocument/2006/relationships/slide" Target="/ppt/slides/slide4.xml" Id="Rc9b2e609b8ae4e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36da06aaa7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81d27dbd0a4b8a" /><Relationship Type="http://schemas.openxmlformats.org/officeDocument/2006/relationships/notesMaster" Target="/ppt/notesMasters/notesMaster1.xml" Id="Rf02f1291f6ef46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887778f53742d4" /><Relationship Type="http://schemas.openxmlformats.org/officeDocument/2006/relationships/notesMaster" Target="/ppt/notesMasters/notesMaster1.xml" Id="R4efc4ac545d846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c5fafa0d564d5c" /><Relationship Type="http://schemas.openxmlformats.org/officeDocument/2006/relationships/notesMaster" Target="/ppt/notesMasters/notesMaster1.xml" Id="Re68b6b8afa344d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b41402419a4617" /><Relationship Type="http://schemas.openxmlformats.org/officeDocument/2006/relationships/notesMaster" Target="/ppt/notesMasters/notesMaster1.xml" Id="R35829c3d2dcd42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f4650b04347a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639c4afe14a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558d756d6d43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c739b97d044b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a4c0c958042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da21ea41144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2C66FB-B6BE-4337-B72B-85188EBB5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B9E90B5-0453-4257-AE96-AEEF9B1521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FED9B6-06D3-45F1-9A82-39DB14580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DD7F08-BBFF-41C7-B0EF-D8422323B8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D089BC-B9AB-48CF-A117-89A4F7FCE6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959762-3965-4E6A-B4A1-D0056BAA7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E5BEAA-30F4-4AD2-ABE9-A62C63DD9E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09A5D4-689B-4A83-A588-2E67DA26FD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DF3621-1A27-4F1A-8C41-DBBC23741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7976FB-081A-42A5-9830-254C779765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baec23f374ae0" /><Relationship Type="http://schemas.openxmlformats.org/officeDocument/2006/relationships/slideLayout" Target="/ppt/slideLayouts/slideLayout1.xml" Id="R247d3b6fded04a2c" /><Relationship Type="http://schemas.openxmlformats.org/officeDocument/2006/relationships/slideLayout" Target="/ppt/slideLayouts/slideLayout2.xml" Id="R21d9f61d13664727" /><Relationship Type="http://schemas.openxmlformats.org/officeDocument/2006/relationships/slideLayout" Target="/ppt/slideLayouts/slideLayout3.xml" Id="R87c2ba4f9a39439c" /><Relationship Type="http://schemas.openxmlformats.org/officeDocument/2006/relationships/slideLayout" Target="/ppt/slideLayouts/slideLayout4.xml" Id="R470e8344d4d94fb4" /><Relationship Type="http://schemas.openxmlformats.org/officeDocument/2006/relationships/slideLayout" Target="/ppt/slideLayouts/slideLayout5.xml" Id="Rc7d16a8de20f4016" /><Relationship Type="http://schemas.openxmlformats.org/officeDocument/2006/relationships/slideLayout" Target="/ppt/slideLayouts/slideLayout6.xml" Id="R46fa6890edd64d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7d3b6fded04a2c"/>
    <p:sldLayoutId xmlns:r="http://schemas.openxmlformats.org/officeDocument/2006/relationships" id="2147483650" r:id="R21d9f61d13664727"/>
    <p:sldLayoutId xmlns:r="http://schemas.openxmlformats.org/officeDocument/2006/relationships" id="2147483651" r:id="R87c2ba4f9a39439c"/>
    <p:sldLayoutId xmlns:r="http://schemas.openxmlformats.org/officeDocument/2006/relationships" id="2147483652" r:id="R470e8344d4d94fb4"/>
    <p:sldLayoutId xmlns:r="http://schemas.openxmlformats.org/officeDocument/2006/relationships" id="2147483653" r:id="Rc7d16a8de20f4016"/>
    <p:sldLayoutId xmlns:r="http://schemas.openxmlformats.org/officeDocument/2006/relationships" id="2147483654" r:id="R46fa6890edd64d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46ec398d4e47ca" /><Relationship Type="http://schemas.openxmlformats.org/officeDocument/2006/relationships/image" Target="/ppt/media/image.png" Id="R37ea884dad7f4803" /><Relationship Type="http://schemas.openxmlformats.org/officeDocument/2006/relationships/notesSlide" Target="/ppt/notesSlides/notesSlide1.xml" Id="Rde17d34ce3ab40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11f54da0549d7" /><Relationship Type="http://schemas.openxmlformats.org/officeDocument/2006/relationships/notesSlide" Target="/ppt/notesSlides/notesSlide2.xml" Id="Ra168b32da15448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350b813e947d5" /><Relationship Type="http://schemas.openxmlformats.org/officeDocument/2006/relationships/notesSlide" Target="/ppt/notesSlides/notesSlide3.xml" Id="R85ca848b851f41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bf54284824cd2" /><Relationship Type="http://schemas.openxmlformats.org/officeDocument/2006/relationships/notesSlide" Target="/ppt/notesSlides/notesSlide4.xml" Id="R6da8d8fe055e4a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E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E413E-5003-415F-81F1-C189E536A8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a884dad7f4803"/>
          <a:srcRect xmlns:a="http://schemas.openxmlformats.org/drawingml/2006/main" l="18056" t="0" r="180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39780-AEBA-45FC-A695-58E5E120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MORI</a:t>
            </a:r>
          </a:p>
          <a:p xmlns:a="http://schemas.openxmlformats.org/drawingml/2006/main">
            <a:pPr>
              <a:def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轻盈修护系列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FDFC0-D55F-42B1-9989-C3A0AC3B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染烫后日常护理概念</a:t>
            </a:r>
          </a:p>
          <a:p xmlns:a="http://schemas.openxmlformats.org/drawingml/2006/main">
            <a:pPr>
              <a:def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300 mL 洗护产品与 200 mL 发膜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E3E7F-74CE-4814-A692-E9BC118A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23FF5-25E9-4C96-8A75-C0B2F122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1 / 4</a:t>
            </a:r>
          </a:p>
        </p:txBody>
      </p:sp>
    </p:spTree>
    <p:extLst>
      <p:ext uri="{BB962C8B-B14F-4D97-AF65-F5344CB8AC3E}">
        <p14:creationId xmlns:p14="http://schemas.microsoft.com/office/powerpoint/2010/main" val="2008411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DBFE-5F10-4D62-A8F6-33CDE14A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先验证厚重感这个问题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70BAB-C64D-46D4-BF3D-7A96A5C9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目标人群假设：染烫后发丝干涩，又不喜欢厚重触感。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首轮访谈 12 人，记录现有护理步骤和不满意的细节。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这些是待验证假设，不作为产品功效或市场规模证明。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0BEEA-83EC-4A79-BBCB-0BCFCBC1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C28D6-E9BD-4BF7-B941-1DF6847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2 / 4</a:t>
            </a:r>
          </a:p>
        </p:txBody>
      </p:sp>
    </p:spTree>
    <p:extLst>
      <p:ext uri="{BB962C8B-B14F-4D97-AF65-F5344CB8AC3E}">
        <p14:creationId xmlns:p14="http://schemas.microsoft.com/office/powerpoint/2010/main" val="1444949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3986F-CD65-4694-A85C-285DA6DB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首轮保留三个需求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FC5C4-CCAC-4580-8759-63111AE2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触感：记录顺滑感、残留感与厚重感。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包装：湿手能打开、取用后能稳定放回。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信息：分清日常与周护理，读懂用量和使用方法。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52D27-9245-40D3-9F86-23C1117F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19BCF-149B-456A-B9EB-505B659E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3 / 4</a:t>
            </a:r>
          </a:p>
        </p:txBody>
      </p:sp>
    </p:spTree>
    <p:extLst>
      <p:ext uri="{BB962C8B-B14F-4D97-AF65-F5344CB8AC3E}">
        <p14:creationId xmlns:p14="http://schemas.microsoft.com/office/powerpoint/2010/main" val="2065580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5423A-A1D2-48FC-9910-816934FB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D35"/>
                </a:solidFill>
                <a:latin typeface="Microsoft YaHei"/>
                <a:ea typeface="Microsoft YaHei"/>
                <a:cs typeface="Microsoft YaHei"/>
              </a:rPr>
              <a:t>概念评审后的工作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FC811-2F7D-4725-9ADA-337D6B49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第一周：完成访谈与包装纸模测试。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第二周：汇总问题，与合格研发团队确定样品计划。</a:t>
            </a:r>
          </a:p>
          <a:p xmlns:a="http://schemas.openxmlformats.org/drawingml/2006/main">
            <a:pPr>
              <a:def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466158"/>
                </a:solidFill>
                <a:latin typeface="Microsoft YaHei"/>
                <a:ea typeface="Microsoft YaHei"/>
                <a:cs typeface="Microsoft YaHei"/>
              </a:rPr>
              <a:t>配方安全、成本和功效验证完成后，再决定上市表达。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C76E9-7F8C-4587-B0D8-EA37D8A6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虚构项目样例   /   REIZO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C847E-55DF-4E5E-9D55-D0587789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867E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</p:spTree>
    <p:extLst>
      <p:ext uri="{BB962C8B-B14F-4D97-AF65-F5344CB8AC3E}">
        <p14:creationId xmlns:p14="http://schemas.microsoft.com/office/powerpoint/2010/main" val="1805433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2026-10-12T09:22:15.3290000Z</dcterms:created>
  <dcterms:modified xsi:type="dcterms:W3CDTF">2026-10-12T09:22:15.3290000Z</dcterms:modified>
</coreProperties>
</file>
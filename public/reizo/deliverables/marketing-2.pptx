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a7a4b08624801" /><Relationship Type="http://schemas.openxmlformats.org/officeDocument/2006/relationships/extended-properties" Target="/docProps/app.xml" Id="R808ba962a426492f" /><Relationship Type="http://schemas.openxmlformats.org/officeDocument/2006/relationships/officeDocument" Target="/ppt/presentation.xml" Id="R009447ea460e4f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8ff6d743db4bbe"/>
  </p:sldMasterIdLst>
  <p:notesMasterIdLst>
    <p:notesMasterId xmlns:r="http://schemas.openxmlformats.org/officeDocument/2006/relationships" r:id="Reebfe41ec6984938"/>
  </p:notesMasterIdLst>
  <p:sldIdLst>
    <p:sldId xmlns:r="http://schemas.openxmlformats.org/officeDocument/2006/relationships" id="256" r:id="R0c9060883cef4487"/>
    <p:sldId xmlns:r="http://schemas.openxmlformats.org/officeDocument/2006/relationships" id="257" r:id="Ra8d888ef62fd4368"/>
    <p:sldId xmlns:r="http://schemas.openxmlformats.org/officeDocument/2006/relationships" id="258" r:id="R09e6e0c35c0a4888"/>
    <p:sldId xmlns:r="http://schemas.openxmlformats.org/officeDocument/2006/relationships" id="259" r:id="R1944018a45b34f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2e976877a4472" /><Relationship Type="http://schemas.openxmlformats.org/officeDocument/2006/relationships/slideMaster" Target="/ppt/slideMasters/slideMaster1.xml" Id="R648ff6d743db4bbe" /><Relationship Type="http://schemas.openxmlformats.org/officeDocument/2006/relationships/notesMaster" Target="/ppt/notesMasters/notesMaster1.xml" Id="Reebfe41ec6984938" /><Relationship Type="http://schemas.openxmlformats.org/officeDocument/2006/relationships/presProps" Target="/ppt/presProps.xml" Id="R6891d969eb1e40f9" /><Relationship Type="http://schemas.openxmlformats.org/officeDocument/2006/relationships/tableStyles" Target="/ppt/tableStyles.xml" Id="Ree8da90c6fdd4539" /><Relationship Type="http://schemas.openxmlformats.org/officeDocument/2006/relationships/slide" Target="/ppt/slides/slide1.xml" Id="R0c9060883cef4487" /><Relationship Type="http://schemas.openxmlformats.org/officeDocument/2006/relationships/slide" Target="/ppt/slides/slide2.xml" Id="Ra8d888ef62fd4368" /><Relationship Type="http://schemas.openxmlformats.org/officeDocument/2006/relationships/slide" Target="/ppt/slides/slide3.xml" Id="R09e6e0c35c0a4888" /><Relationship Type="http://schemas.openxmlformats.org/officeDocument/2006/relationships/slide" Target="/ppt/slides/slide4.xml" Id="R1944018a45b34f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c52f78c11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2a0bc4c0e841c1" /><Relationship Type="http://schemas.openxmlformats.org/officeDocument/2006/relationships/notesMaster" Target="/ppt/notesMasters/notesMaster1.xml" Id="Ree96c80f13db43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34d39c299941c9" /><Relationship Type="http://schemas.openxmlformats.org/officeDocument/2006/relationships/notesMaster" Target="/ppt/notesMasters/notesMaster1.xml" Id="R3752ec4cf69e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c3a21df3574953" /><Relationship Type="http://schemas.openxmlformats.org/officeDocument/2006/relationships/notesMaster" Target="/ppt/notesMasters/notesMaster1.xml" Id="R1b9d8651b01c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d0bd9791d949f1" /><Relationship Type="http://schemas.openxmlformats.org/officeDocument/2006/relationships/notesMaster" Target="/ppt/notesMasters/notesMaster1.xml" Id="R60fb93320653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0bcfb31084b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59274f1734e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c444361514b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aa942763a43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67c5f382946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a8e087e1145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174D98-5AC0-4707-982C-5238DFF11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3FEAA5-3B01-454E-B19B-33A152B8B0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EBCBD3-BEF4-4F94-8EF3-141F22FDD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2657ED-1241-4A32-807F-66DA43336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35984B-AA61-433A-8EF3-9B510C2B79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5088C4-E3D8-432B-A11E-07E45A143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B8C968-ECE0-4B2A-82EA-E01A32A4CE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5CD579-5AFE-44A9-8953-929F90715A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EA896E-7C62-40AE-940D-B7A4DDC1B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7BC14B-C68A-456E-B9BD-2AFE0335FF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f3e589f8854f1c" /><Relationship Type="http://schemas.openxmlformats.org/officeDocument/2006/relationships/slideLayout" Target="/ppt/slideLayouts/slideLayout1.xml" Id="R980b83888296488a" /><Relationship Type="http://schemas.openxmlformats.org/officeDocument/2006/relationships/slideLayout" Target="/ppt/slideLayouts/slideLayout2.xml" Id="Rab5d4435e8bb4ad7" /><Relationship Type="http://schemas.openxmlformats.org/officeDocument/2006/relationships/slideLayout" Target="/ppt/slideLayouts/slideLayout3.xml" Id="Rda45f2a39aba4c27" /><Relationship Type="http://schemas.openxmlformats.org/officeDocument/2006/relationships/slideLayout" Target="/ppt/slideLayouts/slideLayout4.xml" Id="Rff12d21e0fd94b6c" /><Relationship Type="http://schemas.openxmlformats.org/officeDocument/2006/relationships/slideLayout" Target="/ppt/slideLayouts/slideLayout5.xml" Id="Rdd3a9f13277e4bfe" /><Relationship Type="http://schemas.openxmlformats.org/officeDocument/2006/relationships/slideLayout" Target="/ppt/slideLayouts/slideLayout6.xml" Id="R1b8bdf0f2f464d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b83888296488a"/>
    <p:sldLayoutId xmlns:r="http://schemas.openxmlformats.org/officeDocument/2006/relationships" id="2147483650" r:id="Rab5d4435e8bb4ad7"/>
    <p:sldLayoutId xmlns:r="http://schemas.openxmlformats.org/officeDocument/2006/relationships" id="2147483651" r:id="Rda45f2a39aba4c27"/>
    <p:sldLayoutId xmlns:r="http://schemas.openxmlformats.org/officeDocument/2006/relationships" id="2147483652" r:id="Rff12d21e0fd94b6c"/>
    <p:sldLayoutId xmlns:r="http://schemas.openxmlformats.org/officeDocument/2006/relationships" id="2147483653" r:id="Rdd3a9f13277e4bfe"/>
    <p:sldLayoutId xmlns:r="http://schemas.openxmlformats.org/officeDocument/2006/relationships" id="2147483654" r:id="R1b8bdf0f2f464d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887b97e97421b" /><Relationship Type="http://schemas.openxmlformats.org/officeDocument/2006/relationships/notesSlide" Target="/ppt/notesSlides/notesSlide1.xml" Id="Rb7eb5645fc4549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025c68d0a64c4d" /><Relationship Type="http://schemas.openxmlformats.org/officeDocument/2006/relationships/notesSlide" Target="/ppt/notesSlides/notesSlide2.xml" Id="R025dd4329993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ec59283cd42de" /><Relationship Type="http://schemas.openxmlformats.org/officeDocument/2006/relationships/notesSlide" Target="/ppt/notesSlides/notesSlide3.xml" Id="Rada0454c4dcc43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8b772f7a14b25" /><Relationship Type="http://schemas.openxmlformats.org/officeDocument/2006/relationships/notesSlide" Target="/ppt/notesSlides/notesSlide4.xml" Id="Reef3da55b5254a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6070E-F611-48F3-8E9E-75457758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日常集一周内容提案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5F6DA-5423-40C9-953B-9D9CDB8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10 月 12–18 日</a:t>
            </a:r>
          </a:p>
          <a:p xmlns:a="http://schemas.openxmlformats.org/drawingml/2006/main">
            <a: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让读者看到产品如何进入日常生活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4C96F-A495-4059-9CE0-299A880B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4B7F8-E125-4149-BC9C-D44543A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571766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78F3A-4E8C-4C06-A9DB-11827E06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本周内容分工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9ACA0-B995-450A-A507-89C69F1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日常场景：早餐、书桌与周末，提供可代入的使用方式。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产品细节：杯柄、容量与清洁，回答具体使用问题。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读者共创：征集真实故事，取得授权后再发布。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10FB4-AF7E-4815-8184-BD41E7C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5CF94-89F3-4898-96F9-EF2DC800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1750941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054C7-FEC5-4D05-8609-FC020AB1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七天发布安排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87523-1098-4555-A87E-C9CBDD95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周一图文开场，周二长文解释产品细节。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周三短视频，周四投稿征集，周五生活短片。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周六社群问答，周日内容回顾与选题投票。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DB534-21E8-46B2-9C1E-6C50C1D9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E9BA2-B2A8-4019-96C8-5B73247D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805681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0158A-48B3-4518-BF6C-5674D06B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用一致口径复盘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3C328-5A23-46D0-BD76-E8F918B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发布 48 小时后记录曝光、收藏与有效互动。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收藏率用收藏数除以曝光数，未发布内容不填业绩。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下周优先延续高收藏主题，单次结果只作为选题线索。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F7A85-75D0-42C6-8806-E5908851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06126-5D17-4E4F-BF58-3D7D88A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2066963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2026-10-12T09:22:11.6350000Z</dcterms:created>
  <dcterms:modified xsi:type="dcterms:W3CDTF">2026-10-12T09:22:11.6350000Z</dcterms:modified>
</coreProperties>
</file>